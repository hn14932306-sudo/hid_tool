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JhengHei"/>
              </a:rPr>
              <a:t>RE024 Touch Inspector (FAE)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E74C3C"/>
                </a:solidFill>
                <a:latin typeface="Microsoft JhengHei"/>
              </a:rPr>
              <a:t>客戶版 / 現場版（FAE Edition）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B0BEC5"/>
                </a:solidFill>
                <a:latin typeface="Microsoft JhengHei"/>
              </a:rPr>
              <a:t>免登入・觸控與手寫筆監聽・錄製交付原廠分析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FAE 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為客戶 / FAE 現場除錯而生的精簡版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開啟即用，免帳號密碼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能做：監聽、看欄位、看畫布、錄製匯出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不含：發送、壓測、回放、載入錄製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把錄到的 .hidrec 回傳原廠（工程版）深入分析</a:t>
            </a:r>
          </a:p>
        </p:txBody>
      </p:sp>
      <p:pic>
        <p:nvPicPr>
          <p:cNvPr id="6" name="Picture 5" descr="e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6309360" cy="3785616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監聽 Monitor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全裝置 digitizer 自動模式 / 單一裝置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不選裝置也能自動解碼所有 digitizer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解碼欄位 + RAW / FF01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X/Y、ContactID、Status、Confidence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每裝置獨立 scan/s</a:t>
            </a:r>
          </a:p>
        </p:txBody>
      </p:sp>
      <p:pic>
        <p:nvPicPr>
          <p:cNvPr id="6" name="Picture 5" descr="03_monito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Report Descriptor 欄位樹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解析裝置 Report Descriptor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樹狀看 Collection / Usage / 範圍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498DB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快速確認觸控 / 手寫筆欄位定義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X/Y、ContactID、TipSwitch、Confidence、Pressure…</a:t>
            </a:r>
          </a:p>
        </p:txBody>
      </p:sp>
      <p:pic>
        <p:nvPicPr>
          <p:cNvPr id="6" name="Picture 5" descr="01_descri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監聽畫布（即時視覺化）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每裝置一格、與表格各佔一半畫面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CC71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每個接點 ID 不同顏色 + 軌跡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手寫筆 tip / eraser 接觸時出線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Confidence=0 接點放大，方便看 palm</a:t>
            </a:r>
          </a:p>
        </p:txBody>
      </p:sp>
      <p:pic>
        <p:nvPicPr>
          <p:cNvPr id="6" name="Picture 5" descr="05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205"/>
            <a:ext cx="6309360" cy="3341989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</a:rPr>
              <a:t>錄製與交付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325880"/>
            <a:ext cx="4754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一鍵錄製現場監聽資料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匯出自包含 .hidrec 檔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含 descriptor + 封包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4C3C"/>
                </a:solidFill>
                <a:latin typeface="Microsoft JhengHei"/>
              </a:rPr>
              <a:t>▍</a:t>
            </a:r>
            <a:r>
              <a:rPr sz="1550" b="1">
                <a:solidFill>
                  <a:srgbClr val="22313F"/>
                </a:solidFill>
                <a:latin typeface="Microsoft JhengHei"/>
              </a:rPr>
              <a:t> 回傳原廠以工程版回放、深入分析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7474F"/>
                </a:solidFill>
                <a:latin typeface="Microsoft JhengHei"/>
              </a:rPr>
              <a:t>   • FAE 版本身不提供回放 / 載入</a:t>
            </a:r>
          </a:p>
        </p:txBody>
      </p:sp>
      <p:pic>
        <p:nvPicPr>
          <p:cNvPr id="6" name="Picture 5" descr="08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90731"/>
            <a:ext cx="6309360" cy="1790938"/>
          </a:xfrm>
          <a:prstGeom prst="rect">
            <a:avLst/>
          </a:prstGeom>
          <a:ln w="12700">
            <a:solidFill>
              <a:srgbClr val="CFD8D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109728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icrosoft JhengHei"/>
              </a:rPr>
              <a:t>RE024 Touch Inspector (FAE)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B0BEC5"/>
                </a:solidFill>
                <a:latin typeface="Microsoft JhengHei"/>
              </a:rPr>
              <a:t>現場監聽 · 即時視覺化 · 錄製交付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B0BEC5"/>
                </a:solidFill>
                <a:latin typeface="Microsoft JhengHei"/>
              </a:rPr>
              <a:t>簡單、免登入、給客戶與 FAE 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