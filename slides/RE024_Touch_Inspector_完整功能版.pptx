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468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JhengHei"/>
              </a:rPr>
              <a:t>RE024 Touch Inspector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3498DB"/>
                </a:solidFill>
                <a:latin typeface="Microsoft JhengHei"/>
              </a:rPr>
              <a:t>完整功能版（Engineer Edition）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B0BEC5"/>
                </a:solidFill>
                <a:latin typeface="Microsoft JhengHei"/>
              </a:rPr>
              <a:t>HID 觸控 / 手寫筆 裝置監聽・解碼・視覺化・回放工具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功能總覽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本工具一站式涵蓋觸控 / 手寫筆裝置的：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① 裝置與 Descriptor 解析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② 即時監聽（表格 + 畫布）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③ 錄製與回放（含 DigiInfo log）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④ 主動發送與壓力測試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以下逐一說明各功能　→</a:t>
            </a:r>
          </a:p>
        </p:txBody>
      </p:sp>
      <p:pic>
        <p:nvPicPr>
          <p:cNvPr id="6" name="Picture 5" descr="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67205"/>
            <a:ext cx="6309360" cy="4037990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① 裝置 &amp; Report Descriptor 欄位樹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選擇要分析的 HID 裝置（USB / I2C-HID）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解析 Report Descriptor → 樹狀欄位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Collection / Usage 階層一目了然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每欄位的 Usage、位元位置、邏輯範圍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X/Y、ContactID、TipSwitch、Confidence、Pressure、Tilt…</a:t>
            </a:r>
          </a:p>
        </p:txBody>
      </p:sp>
      <p:pic>
        <p:nvPicPr>
          <p:cNvPr id="6" name="Picture 5" descr="01_descrip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② 監聽模式：全裝置 / 單一裝置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全裝置 digitizer 自動模式（預設）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不選裝置，自動解碼系統上所有 digitizer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每裝置獨立 scan/s 統計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或鎖定單一裝置深入觀察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只處理選定裝置封包，不受其他裝置干擾</a:t>
            </a:r>
          </a:p>
        </p:txBody>
      </p:sp>
      <p:pic>
        <p:nvPicPr>
          <p:cNvPr id="6" name="Picture 5" descr="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67205"/>
            <a:ext cx="6309360" cy="4037990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③ Monitor Data 解碼欄位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即時逐封包解碼成表格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X / Y、CenterX / CenterY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ContactID、Status（Tip/InRange/Eraser…）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Confidence、Pressure、Tilt、Azimuth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可匯出 CSV / Excel</a:t>
            </a:r>
          </a:p>
        </p:txBody>
      </p:sp>
      <p:pic>
        <p:nvPicPr>
          <p:cNvPr id="6" name="Picture 5" descr="03_monito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④ RAW / FF01 廠商欄位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RAW：顯示每個 byte 原始值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逐位元組對照、debug 底層資料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FF01：廠商自訂（Vendor）欄位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解出廠商 debug / 校正資訊</a:t>
            </a:r>
          </a:p>
        </p:txBody>
      </p:sp>
      <p:pic>
        <p:nvPicPr>
          <p:cNvPr id="6" name="Picture 5" descr="04_raw_f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⑤ 監聽畫布：即時觸控 / 筆視覺化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畫布與 Monitor Data 各佔一半畫面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每裝置一格 grid、即時描繪接點與軌跡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觸控點移動軌跡、手寫筆筆跡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確認 tip-off / inrange-off 才清除接點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多裝置交錯也不誤清軌跡</a:t>
            </a:r>
          </a:p>
        </p:txBody>
      </p:sp>
      <p:pic>
        <p:nvPicPr>
          <p:cNvPr id="6" name="Picture 5" descr="05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⑥ 畫布：ID 配色 / Confidence / Eraser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每個接點 ID 不同顏色，易追蹤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Confidence=0（低信心 / palm）→ 接點放大加粗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手寫筆 tip 或 eraser 接觸時都出線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快速看出 palm rejection 與筆觸狀態</a:t>
            </a:r>
          </a:p>
        </p:txBody>
      </p:sp>
      <p:pic>
        <p:nvPicPr>
          <p:cNvPr id="6" name="Picture 5" descr="06_canvas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4651"/>
            <a:ext cx="6309360" cy="4683097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⑦ Differ：矩陣差異比對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兩份資料逐格相減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差異處以紅色 heatmap 標出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找漂移 / 雜訊 / 異常點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支援大矩陣（如 46×42）顯示數值</a:t>
            </a:r>
          </a:p>
        </p:txBody>
      </p:sp>
      <p:pic>
        <p:nvPicPr>
          <p:cNvPr id="6" name="Picture 5" descr="07_di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⑧ 監聽錄製 → .hidrec 匯出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一鍵錄製監聽資料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匯出自包含 .hidrec 檔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內含 descriptor + 封包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換台電腦也能完整回放</a:t>
            </a:r>
          </a:p>
        </p:txBody>
      </p:sp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8404"/>
            <a:ext cx="6309360" cy="2635591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⑨ 回放：載入 .hidrec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載入先前錄製的 .hidrec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重現當時監聽畫面與資料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切換分頁自動暫停，效能友善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可反覆檢視、逐幀分析</a:t>
            </a:r>
          </a:p>
        </p:txBody>
      </p:sp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568404"/>
            <a:ext cx="6309360" cy="2635591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⑩ 回放 · DigiInfo（手 / 筆雙畫布）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載入 DigiInfo 觸控 log（XML）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手（觸控）/ 筆 分兩張畫布、座標軸獨立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座標範圍取自 log 表頭、等比例不變形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筆只在 tip / eraser / 有壓力 時連線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9B59B6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逐幀播放 + 軌跡 + 資料表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表格含 tip / invert / eraser / inrange / pressure</a:t>
            </a:r>
          </a:p>
        </p:txBody>
      </p:sp>
      <p:pic>
        <p:nvPicPr>
          <p:cNvPr id="6" name="Picture 5" descr="10_digi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⑪ 發送 Send / 等待 INT 回應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發送 Output / Feature Report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自訂 Report ID 與資料位元組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Output 類型可「等待 INT 回應」（預設勾選）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即時 log 顯示送出與回應結果</a:t>
            </a:r>
          </a:p>
        </p:txBody>
      </p:sp>
      <p:pic>
        <p:nvPicPr>
          <p:cNvPr id="6" name="Picture 5" descr="11_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⑫ 壓力測試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連續送命令壓力測試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即時統計 scan/s 與回應延遲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曲線即時呈現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結果可匯出 CSV</a:t>
            </a:r>
          </a:p>
        </p:txBody>
      </p:sp>
      <p:pic>
        <p:nvPicPr>
          <p:cNvPr id="6" name="Picture 5" descr="12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版本比較：Engineer / FAE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Engineer：完整功能 + 登入帳號管控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FAE：客戶 / 現場用的閹割版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免帳密、只監聽 / 只錄製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隱藏發送 / 壓測 / 回放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同一套程式，建置時切換版本</a:t>
            </a:r>
          </a:p>
        </p:txBody>
      </p:sp>
      <p:pic>
        <p:nvPicPr>
          <p:cNvPr id="6" name="Picture 5" descr="e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93392"/>
            <a:ext cx="6309360" cy="3785616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109728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icrosoft JhengHei"/>
              </a:rPr>
              <a:t>RE024 Touch Inspector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B0BEC5"/>
                </a:solidFill>
                <a:latin typeface="Microsoft JhengHei"/>
              </a:rPr>
              <a:t>完整功能版 — 觸控 / 手寫筆 裝置的工程利器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B0BEC5"/>
                </a:solidFill>
                <a:latin typeface="Microsoft JhengHei"/>
              </a:rPr>
              <a:t>監聽 · 解碼 · 視覺化 · 錄製 · 回放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